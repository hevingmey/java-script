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theme/_rels/theme1.xml.rels" ContentType="application/vnd.openxmlformats-package.relationshi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_rels/data1.xml.rels" ContentType="application/vnd.openxmlformats-package.relationships+xml"/>
  <Override PartName="/ppt/diagrams/_rels/drawing1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media/image8.png" ContentType="image/png"/>
  <Override PartName="/ppt/media/image9.png" ContentType="image/png"/>
  <Override PartName="/ppt/media/OOXDiagramDataRels1_0.png" ContentType="image/png"/>
  <Override PartName="/ppt/media/OOXDiagramDataRels1_1.svg" ContentType="image/svg"/>
  <Override PartName="/ppt/media/OOXDiagramDataRels1_2.png" ContentType="image/png"/>
  <Override PartName="/ppt/media/OOXDiagramDataRels1_3.svg" ContentType="image/svg"/>
  <Override PartName="/ppt/media/OOXDiagramDataRels1_4.png" ContentType="image/png"/>
  <Override PartName="/ppt/media/OOXDiagramDataRels1_5.svg" ContentType="image/svg"/>
  <Override PartName="/ppt/media/OOXDiagramDrawingRels1_0.png" ContentType="image/png"/>
  <Override PartName="/ppt/media/OOXDiagramDrawingRels1_1.svg" ContentType="image/svg"/>
  <Override PartName="/ppt/media/OOXDiagramDrawingRels1_2.png" ContentType="image/png"/>
  <Override PartName="/ppt/media/OOXDiagramDrawingRels1_3.svg" ContentType="image/svg"/>
  <Override PartName="/ppt/media/OOXDiagramDrawingRels1_4.png" ContentType="image/png"/>
  <Override PartName="/ppt/media/OOXDiagramDrawingRels1_5.svg" ContentType="image/sv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17CCF5-DA3F-4E5F-BE7C-D8111B2BFEB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754A2A0-41CE-428B-9DDC-DCD1FD12D1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JS </a:t>
          </a:r>
          <a:r>
            <a:rPr lang="ru-RU" dirty="0"/>
            <a:t>мова</a:t>
          </a:r>
          <a:endParaRPr lang="en-US" dirty="0"/>
        </a:p>
      </dgm:t>
    </dgm:pt>
    <dgm:pt modelId="{BE164097-A5AA-4EA1-9E64-D7FCD4DD2A4E}" type="parTrans" cxnId="{507A74C7-FEAF-4A4C-9250-0613CBC2F127}">
      <dgm:prSet/>
      <dgm:spPr/>
      <dgm:t>
        <a:bodyPr/>
        <a:lstStyle/>
        <a:p>
          <a:endParaRPr lang="en-US"/>
        </a:p>
      </dgm:t>
    </dgm:pt>
    <dgm:pt modelId="{02D8D4EF-9694-45C7-AF26-E20371B3C352}" type="sibTrans" cxnId="{507A74C7-FEAF-4A4C-9250-0613CBC2F127}">
      <dgm:prSet/>
      <dgm:spPr/>
      <dgm:t>
        <a:bodyPr/>
        <a:lstStyle/>
        <a:p>
          <a:endParaRPr lang="en-US"/>
        </a:p>
      </dgm:t>
    </dgm:pt>
    <dgm:pt modelId="{C2F66EED-74C3-4F36-A1D4-8AFCBB009938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Динам</a:t>
          </a:r>
          <a:r>
            <a:rPr lang="uk-UA" dirty="0"/>
            <a:t>ічно</a:t>
          </a:r>
          <a:r>
            <a:rPr lang="en-US" dirty="0"/>
            <a:t>,</a:t>
          </a:r>
          <a:r>
            <a:rPr lang="ru-RU" dirty="0"/>
            <a:t> слабо тип</a:t>
          </a:r>
          <a:r>
            <a:rPr lang="uk-UA" dirty="0"/>
            <a:t>ізована.</a:t>
          </a:r>
        </a:p>
        <a:p>
          <a:pPr>
            <a:lnSpc>
              <a:spcPct val="100000"/>
            </a:lnSpc>
          </a:pPr>
          <a:r>
            <a:rPr lang="uk-UA" dirty="0"/>
            <a:t>Мова, що інтерпретується.</a:t>
          </a:r>
        </a:p>
        <a:p>
          <a:pPr>
            <a:lnSpc>
              <a:spcPct val="100000"/>
            </a:lnSpc>
          </a:pPr>
          <a:r>
            <a:rPr lang="uk-UA" dirty="0"/>
            <a:t>Реєстрозалежна</a:t>
          </a:r>
          <a:endParaRPr lang="en-US" dirty="0"/>
        </a:p>
      </dgm:t>
    </dgm:pt>
    <dgm:pt modelId="{5CF5C62A-BD1A-4922-92B6-33ECA44C1F76}" type="parTrans" cxnId="{7A243DB8-C0B8-4718-B558-CE939B8FF03E}">
      <dgm:prSet/>
      <dgm:spPr/>
      <dgm:t>
        <a:bodyPr/>
        <a:lstStyle/>
        <a:p>
          <a:endParaRPr lang="en-US"/>
        </a:p>
      </dgm:t>
    </dgm:pt>
    <dgm:pt modelId="{F9BAA161-AAEC-4A41-B4D9-A27EAD80526E}" type="sibTrans" cxnId="{7A243DB8-C0B8-4718-B558-CE939B8FF03E}">
      <dgm:prSet/>
      <dgm:spPr/>
      <dgm:t>
        <a:bodyPr/>
        <a:lstStyle/>
        <a:p>
          <a:endParaRPr lang="en-US"/>
        </a:p>
      </dgm:t>
    </dgm:pt>
    <dgm:pt modelId="{DCCE571A-4D30-4294-ABAF-6885F619D2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uk-UA" dirty="0"/>
            <a:t>Синтаксис</a:t>
          </a:r>
          <a:endParaRPr lang="en-US" dirty="0"/>
        </a:p>
      </dgm:t>
    </dgm:pt>
    <dgm:pt modelId="{3AD83C96-5A95-4337-BF2D-97454AF7F108}" type="parTrans" cxnId="{E70347E4-4461-4B80-8927-4CA0AEBFAAF8}">
      <dgm:prSet/>
      <dgm:spPr/>
      <dgm:t>
        <a:bodyPr/>
        <a:lstStyle/>
        <a:p>
          <a:endParaRPr lang="en-US"/>
        </a:p>
      </dgm:t>
    </dgm:pt>
    <dgm:pt modelId="{2C1DF6EC-6090-4926-A556-3D2417B7F2AA}" type="sibTrans" cxnId="{E70347E4-4461-4B80-8927-4CA0AEBFAAF8}">
      <dgm:prSet/>
      <dgm:spPr/>
      <dgm:t>
        <a:bodyPr/>
        <a:lstStyle/>
        <a:p>
          <a:endParaRPr lang="en-US"/>
        </a:p>
      </dgm:t>
    </dgm:pt>
    <dgm:pt modelId="{B4C55E9F-B5C0-4AD1-919B-D2D83AC9CD40}">
      <dgm:prSet/>
      <dgm:spPr/>
      <dgm:t>
        <a:bodyPr/>
        <a:lstStyle/>
        <a:p>
          <a:pPr>
            <a:lnSpc>
              <a:spcPct val="100000"/>
            </a:lnSpc>
          </a:pPr>
          <a:r>
            <a:rPr lang="uk-UA" dirty="0"/>
            <a:t>С-подібний синтаксис</a:t>
          </a:r>
          <a:endParaRPr lang="en-US" dirty="0"/>
        </a:p>
      </dgm:t>
    </dgm:pt>
    <dgm:pt modelId="{D1B05DEA-DFE0-4560-B75F-1C2BCB67A7C6}" type="parTrans" cxnId="{B2BEE9D2-644C-400C-8E33-2C4491C5B104}">
      <dgm:prSet/>
      <dgm:spPr/>
      <dgm:t>
        <a:bodyPr/>
        <a:lstStyle/>
        <a:p>
          <a:endParaRPr lang="en-US"/>
        </a:p>
      </dgm:t>
    </dgm:pt>
    <dgm:pt modelId="{A6301E27-5ACC-4907-A7C8-B41877235C87}" type="sibTrans" cxnId="{B2BEE9D2-644C-400C-8E33-2C4491C5B104}">
      <dgm:prSet/>
      <dgm:spPr/>
      <dgm:t>
        <a:bodyPr/>
        <a:lstStyle/>
        <a:p>
          <a:endParaRPr lang="en-US"/>
        </a:p>
      </dgm:t>
    </dgm:pt>
    <dgm:pt modelId="{1C1B28B7-2609-4BAA-AAAB-5801EDFD33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uk-UA" dirty="0"/>
            <a:t>Додатково</a:t>
          </a:r>
          <a:endParaRPr lang="en-US" dirty="0"/>
        </a:p>
      </dgm:t>
    </dgm:pt>
    <dgm:pt modelId="{2BF5F791-D223-44A4-B231-6C3F4B786D08}" type="parTrans" cxnId="{05037335-2E5B-48BE-86A9-5372B1A16299}">
      <dgm:prSet/>
      <dgm:spPr/>
      <dgm:t>
        <a:bodyPr/>
        <a:lstStyle/>
        <a:p>
          <a:endParaRPr lang="en-US"/>
        </a:p>
      </dgm:t>
    </dgm:pt>
    <dgm:pt modelId="{A432C086-9156-4D32-A06E-6E237CC66D92}" type="sibTrans" cxnId="{05037335-2E5B-48BE-86A9-5372B1A16299}">
      <dgm:prSet/>
      <dgm:spPr/>
      <dgm:t>
        <a:bodyPr/>
        <a:lstStyle/>
        <a:p>
          <a:endParaRPr lang="en-US"/>
        </a:p>
      </dgm:t>
    </dgm:pt>
    <dgm:pt modelId="{28C188E4-A3B1-47AF-802E-B2DED21921BA}">
      <dgm:prSet/>
      <dgm:spPr/>
      <dgm:t>
        <a:bodyPr/>
        <a:lstStyle/>
        <a:p>
          <a:pPr>
            <a:lnSpc>
              <a:spcPct val="100000"/>
            </a:lnSpc>
          </a:pPr>
          <a:r>
            <a:rPr lang="uk-UA" dirty="0"/>
            <a:t>Ваші висновки</a:t>
          </a:r>
        </a:p>
        <a:p>
          <a:pPr>
            <a:lnSpc>
              <a:spcPct val="100000"/>
            </a:lnSpc>
          </a:pPr>
          <a:r>
            <a:rPr lang="uk-UA" dirty="0"/>
            <a:t>…</a:t>
          </a:r>
          <a:endParaRPr lang="en-US" dirty="0"/>
        </a:p>
      </dgm:t>
    </dgm:pt>
    <dgm:pt modelId="{C89C556F-BA69-4B68-9F7C-1121B26764B0}" type="parTrans" cxnId="{B807BF75-BC86-4A84-AB83-7B8BC68E737C}">
      <dgm:prSet/>
      <dgm:spPr/>
      <dgm:t>
        <a:bodyPr/>
        <a:lstStyle/>
        <a:p>
          <a:endParaRPr lang="en-US"/>
        </a:p>
      </dgm:t>
    </dgm:pt>
    <dgm:pt modelId="{7BEFF1EA-4DB5-4BD3-A89B-DF0184626A1A}" type="sibTrans" cxnId="{B807BF75-BC86-4A84-AB83-7B8BC68E737C}">
      <dgm:prSet/>
      <dgm:spPr/>
      <dgm:t>
        <a:bodyPr/>
        <a:lstStyle/>
        <a:p>
          <a:endParaRPr lang="en-US"/>
        </a:p>
      </dgm:t>
    </dgm:pt>
    <dgm:pt modelId="{071926C8-9E08-4BE0-A1E4-133B16FF713E}" type="pres">
      <dgm:prSet presAssocID="{E817CCF5-DA3F-4E5F-BE7C-D8111B2BFEBA}" presName="root" presStyleCnt="0">
        <dgm:presLayoutVars>
          <dgm:dir/>
          <dgm:resizeHandles val="exact"/>
        </dgm:presLayoutVars>
      </dgm:prSet>
      <dgm:spPr/>
    </dgm:pt>
    <dgm:pt modelId="{1DA6F9F3-4A7F-42F9-8B77-7BD552F03105}" type="pres">
      <dgm:prSet presAssocID="{E754A2A0-41CE-428B-9DDC-DCD1FD12D16A}" presName="compNode" presStyleCnt="0"/>
      <dgm:spPr/>
    </dgm:pt>
    <dgm:pt modelId="{AF72813A-2810-4A52-BE92-611D54918694}" type="pres">
      <dgm:prSet presAssocID="{E754A2A0-41CE-428B-9DDC-DCD1FD12D1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FF9AC2C-F836-43CA-8259-A20F609F4C83}" type="pres">
      <dgm:prSet presAssocID="{E754A2A0-41CE-428B-9DDC-DCD1FD12D16A}" presName="iconSpace" presStyleCnt="0"/>
      <dgm:spPr/>
    </dgm:pt>
    <dgm:pt modelId="{DF27DA54-DCB6-45F4-890E-F7DCC5A4BE12}" type="pres">
      <dgm:prSet presAssocID="{E754A2A0-41CE-428B-9DDC-DCD1FD12D16A}" presName="parTx" presStyleLbl="revTx" presStyleIdx="0" presStyleCnt="6">
        <dgm:presLayoutVars>
          <dgm:chMax val="0"/>
          <dgm:chPref val="0"/>
        </dgm:presLayoutVars>
      </dgm:prSet>
      <dgm:spPr/>
    </dgm:pt>
    <dgm:pt modelId="{E3A03C26-8C60-4D73-A4C2-0678A1DD3B31}" type="pres">
      <dgm:prSet presAssocID="{E754A2A0-41CE-428B-9DDC-DCD1FD12D16A}" presName="txSpace" presStyleCnt="0"/>
      <dgm:spPr/>
    </dgm:pt>
    <dgm:pt modelId="{DD091D0A-5A25-4241-91F3-18D32B0BDD4F}" type="pres">
      <dgm:prSet presAssocID="{E754A2A0-41CE-428B-9DDC-DCD1FD12D16A}" presName="desTx" presStyleLbl="revTx" presStyleIdx="1" presStyleCnt="6">
        <dgm:presLayoutVars/>
      </dgm:prSet>
      <dgm:spPr/>
    </dgm:pt>
    <dgm:pt modelId="{2564C0D4-4875-421D-81DB-70BF6751BBA7}" type="pres">
      <dgm:prSet presAssocID="{02D8D4EF-9694-45C7-AF26-E20371B3C352}" presName="sibTrans" presStyleCnt="0"/>
      <dgm:spPr/>
    </dgm:pt>
    <dgm:pt modelId="{3076B9F9-EC92-4653-AC03-C71FD5E9A400}" type="pres">
      <dgm:prSet presAssocID="{DCCE571A-4D30-4294-ABAF-6885F619D2D9}" presName="compNode" presStyleCnt="0"/>
      <dgm:spPr/>
    </dgm:pt>
    <dgm:pt modelId="{210823F6-AC1A-46E3-9D99-A319DF497539}" type="pres">
      <dgm:prSet presAssocID="{DCCE571A-4D30-4294-ABAF-6885F619D2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F262968-0DF4-4BB1-BD25-0ED2829FA45D}" type="pres">
      <dgm:prSet presAssocID="{DCCE571A-4D30-4294-ABAF-6885F619D2D9}" presName="iconSpace" presStyleCnt="0"/>
      <dgm:spPr/>
    </dgm:pt>
    <dgm:pt modelId="{3C1752BD-6530-4141-80E9-9A0923780DCB}" type="pres">
      <dgm:prSet presAssocID="{DCCE571A-4D30-4294-ABAF-6885F619D2D9}" presName="parTx" presStyleLbl="revTx" presStyleIdx="2" presStyleCnt="6">
        <dgm:presLayoutVars>
          <dgm:chMax val="0"/>
          <dgm:chPref val="0"/>
        </dgm:presLayoutVars>
      </dgm:prSet>
      <dgm:spPr/>
    </dgm:pt>
    <dgm:pt modelId="{C393D316-1AB7-4A24-B8A5-3485F2713F88}" type="pres">
      <dgm:prSet presAssocID="{DCCE571A-4D30-4294-ABAF-6885F619D2D9}" presName="txSpace" presStyleCnt="0"/>
      <dgm:spPr/>
    </dgm:pt>
    <dgm:pt modelId="{7CD40649-A74C-4AD8-B9D0-2573A1955C91}" type="pres">
      <dgm:prSet presAssocID="{DCCE571A-4D30-4294-ABAF-6885F619D2D9}" presName="desTx" presStyleLbl="revTx" presStyleIdx="3" presStyleCnt="6">
        <dgm:presLayoutVars/>
      </dgm:prSet>
      <dgm:spPr/>
    </dgm:pt>
    <dgm:pt modelId="{9A7327AD-D2A8-4CB1-B3E0-7543B1D84369}" type="pres">
      <dgm:prSet presAssocID="{2C1DF6EC-6090-4926-A556-3D2417B7F2AA}" presName="sibTrans" presStyleCnt="0"/>
      <dgm:spPr/>
    </dgm:pt>
    <dgm:pt modelId="{13BCBAD6-8F08-4029-90C7-8E8A0D0733DD}" type="pres">
      <dgm:prSet presAssocID="{1C1B28B7-2609-4BAA-AAAB-5801EDFD334C}" presName="compNode" presStyleCnt="0"/>
      <dgm:spPr/>
    </dgm:pt>
    <dgm:pt modelId="{B0A3ABD2-C471-4A21-8AEF-3843C86919E1}" type="pres">
      <dgm:prSet presAssocID="{1C1B28B7-2609-4BAA-AAAB-5801EDFD33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5B68FE-639F-4FA9-A205-D74CFD77C39F}" type="pres">
      <dgm:prSet presAssocID="{1C1B28B7-2609-4BAA-AAAB-5801EDFD334C}" presName="iconSpace" presStyleCnt="0"/>
      <dgm:spPr/>
    </dgm:pt>
    <dgm:pt modelId="{C4D97C04-1692-4931-9A64-809D862C1739}" type="pres">
      <dgm:prSet presAssocID="{1C1B28B7-2609-4BAA-AAAB-5801EDFD334C}" presName="parTx" presStyleLbl="revTx" presStyleIdx="4" presStyleCnt="6">
        <dgm:presLayoutVars>
          <dgm:chMax val="0"/>
          <dgm:chPref val="0"/>
        </dgm:presLayoutVars>
      </dgm:prSet>
      <dgm:spPr/>
    </dgm:pt>
    <dgm:pt modelId="{62A868A2-37A4-4832-B3F5-E1EA98BA3648}" type="pres">
      <dgm:prSet presAssocID="{1C1B28B7-2609-4BAA-AAAB-5801EDFD334C}" presName="txSpace" presStyleCnt="0"/>
      <dgm:spPr/>
    </dgm:pt>
    <dgm:pt modelId="{6418EBED-F111-425B-8EE2-06B8B2297A68}" type="pres">
      <dgm:prSet presAssocID="{1C1B28B7-2609-4BAA-AAAB-5801EDFD334C}" presName="desTx" presStyleLbl="revTx" presStyleIdx="5" presStyleCnt="6">
        <dgm:presLayoutVars/>
      </dgm:prSet>
      <dgm:spPr/>
    </dgm:pt>
  </dgm:ptLst>
  <dgm:cxnLst>
    <dgm:cxn modelId="{079E1015-BF7E-499A-99C0-BA5607789253}" type="presOf" srcId="{E754A2A0-41CE-428B-9DDC-DCD1FD12D16A}" destId="{DF27DA54-DCB6-45F4-890E-F7DCC5A4BE12}" srcOrd="0" destOrd="0" presId="urn:microsoft.com/office/officeart/2018/5/layout/CenteredIconLabelDescriptionList"/>
    <dgm:cxn modelId="{05037335-2E5B-48BE-86A9-5372B1A16299}" srcId="{E817CCF5-DA3F-4E5F-BE7C-D8111B2BFEBA}" destId="{1C1B28B7-2609-4BAA-AAAB-5801EDFD334C}" srcOrd="2" destOrd="0" parTransId="{2BF5F791-D223-44A4-B231-6C3F4B786D08}" sibTransId="{A432C086-9156-4D32-A06E-6E237CC66D92}"/>
    <dgm:cxn modelId="{1CCE1B3A-0A40-44CD-A839-C37BCA6E0D94}" type="presOf" srcId="{B4C55E9F-B5C0-4AD1-919B-D2D83AC9CD40}" destId="{7CD40649-A74C-4AD8-B9D0-2573A1955C91}" srcOrd="0" destOrd="0" presId="urn:microsoft.com/office/officeart/2018/5/layout/CenteredIconLabelDescriptionList"/>
    <dgm:cxn modelId="{C5FF5745-4781-44B9-BC29-74DCE41C1172}" type="presOf" srcId="{DCCE571A-4D30-4294-ABAF-6885F619D2D9}" destId="{3C1752BD-6530-4141-80E9-9A0923780DCB}" srcOrd="0" destOrd="0" presId="urn:microsoft.com/office/officeart/2018/5/layout/CenteredIconLabelDescriptionList"/>
    <dgm:cxn modelId="{6F7E1B4A-66A4-466F-97C5-ED0892509BF2}" type="presOf" srcId="{28C188E4-A3B1-47AF-802E-B2DED21921BA}" destId="{6418EBED-F111-425B-8EE2-06B8B2297A68}" srcOrd="0" destOrd="0" presId="urn:microsoft.com/office/officeart/2018/5/layout/CenteredIconLabelDescriptionList"/>
    <dgm:cxn modelId="{B807BF75-BC86-4A84-AB83-7B8BC68E737C}" srcId="{1C1B28B7-2609-4BAA-AAAB-5801EDFD334C}" destId="{28C188E4-A3B1-47AF-802E-B2DED21921BA}" srcOrd="0" destOrd="0" parTransId="{C89C556F-BA69-4B68-9F7C-1121B26764B0}" sibTransId="{7BEFF1EA-4DB5-4BD3-A89B-DF0184626A1A}"/>
    <dgm:cxn modelId="{4D6131AC-1805-4438-A39D-4F587C933D11}" type="presOf" srcId="{E817CCF5-DA3F-4E5F-BE7C-D8111B2BFEBA}" destId="{071926C8-9E08-4BE0-A1E4-133B16FF713E}" srcOrd="0" destOrd="0" presId="urn:microsoft.com/office/officeart/2018/5/layout/CenteredIconLabelDescriptionList"/>
    <dgm:cxn modelId="{7A243DB8-C0B8-4718-B558-CE939B8FF03E}" srcId="{E754A2A0-41CE-428B-9DDC-DCD1FD12D16A}" destId="{C2F66EED-74C3-4F36-A1D4-8AFCBB009938}" srcOrd="0" destOrd="0" parTransId="{5CF5C62A-BD1A-4922-92B6-33ECA44C1F76}" sibTransId="{F9BAA161-AAEC-4A41-B4D9-A27EAD80526E}"/>
    <dgm:cxn modelId="{507A74C7-FEAF-4A4C-9250-0613CBC2F127}" srcId="{E817CCF5-DA3F-4E5F-BE7C-D8111B2BFEBA}" destId="{E754A2A0-41CE-428B-9DDC-DCD1FD12D16A}" srcOrd="0" destOrd="0" parTransId="{BE164097-A5AA-4EA1-9E64-D7FCD4DD2A4E}" sibTransId="{02D8D4EF-9694-45C7-AF26-E20371B3C352}"/>
    <dgm:cxn modelId="{B51342D1-507F-4538-B2E7-CC8612277523}" type="presOf" srcId="{1C1B28B7-2609-4BAA-AAAB-5801EDFD334C}" destId="{C4D97C04-1692-4931-9A64-809D862C1739}" srcOrd="0" destOrd="0" presId="urn:microsoft.com/office/officeart/2018/5/layout/CenteredIconLabelDescriptionList"/>
    <dgm:cxn modelId="{B2BEE9D2-644C-400C-8E33-2C4491C5B104}" srcId="{DCCE571A-4D30-4294-ABAF-6885F619D2D9}" destId="{B4C55E9F-B5C0-4AD1-919B-D2D83AC9CD40}" srcOrd="0" destOrd="0" parTransId="{D1B05DEA-DFE0-4560-B75F-1C2BCB67A7C6}" sibTransId="{A6301E27-5ACC-4907-A7C8-B41877235C87}"/>
    <dgm:cxn modelId="{E70347E4-4461-4B80-8927-4CA0AEBFAAF8}" srcId="{E817CCF5-DA3F-4E5F-BE7C-D8111B2BFEBA}" destId="{DCCE571A-4D30-4294-ABAF-6885F619D2D9}" srcOrd="1" destOrd="0" parTransId="{3AD83C96-5A95-4337-BF2D-97454AF7F108}" sibTransId="{2C1DF6EC-6090-4926-A556-3D2417B7F2AA}"/>
    <dgm:cxn modelId="{55A931F7-B2A3-4173-A574-A80CB726BAE2}" type="presOf" srcId="{C2F66EED-74C3-4F36-A1D4-8AFCBB009938}" destId="{DD091D0A-5A25-4241-91F3-18D32B0BDD4F}" srcOrd="0" destOrd="0" presId="urn:microsoft.com/office/officeart/2018/5/layout/CenteredIconLabelDescriptionList"/>
    <dgm:cxn modelId="{87DD2528-CB43-4F2F-AD70-34B2C76F4974}" type="presParOf" srcId="{071926C8-9E08-4BE0-A1E4-133B16FF713E}" destId="{1DA6F9F3-4A7F-42F9-8B77-7BD552F03105}" srcOrd="0" destOrd="0" presId="urn:microsoft.com/office/officeart/2018/5/layout/CenteredIconLabelDescriptionList"/>
    <dgm:cxn modelId="{C7D85599-D34F-41B3-ACEB-0C058EB1F61E}" type="presParOf" srcId="{1DA6F9F3-4A7F-42F9-8B77-7BD552F03105}" destId="{AF72813A-2810-4A52-BE92-611D54918694}" srcOrd="0" destOrd="0" presId="urn:microsoft.com/office/officeart/2018/5/layout/CenteredIconLabelDescriptionList"/>
    <dgm:cxn modelId="{C48669E0-1E6E-4350-9DF8-08B6FB55FE83}" type="presParOf" srcId="{1DA6F9F3-4A7F-42F9-8B77-7BD552F03105}" destId="{0FF9AC2C-F836-43CA-8259-A20F609F4C83}" srcOrd="1" destOrd="0" presId="urn:microsoft.com/office/officeart/2018/5/layout/CenteredIconLabelDescriptionList"/>
    <dgm:cxn modelId="{99FB1C93-FBB0-428C-B3D1-D2EC3308D436}" type="presParOf" srcId="{1DA6F9F3-4A7F-42F9-8B77-7BD552F03105}" destId="{DF27DA54-DCB6-45F4-890E-F7DCC5A4BE12}" srcOrd="2" destOrd="0" presId="urn:microsoft.com/office/officeart/2018/5/layout/CenteredIconLabelDescriptionList"/>
    <dgm:cxn modelId="{D2C113FF-430C-42FA-B64E-13ACE978DEE7}" type="presParOf" srcId="{1DA6F9F3-4A7F-42F9-8B77-7BD552F03105}" destId="{E3A03C26-8C60-4D73-A4C2-0678A1DD3B31}" srcOrd="3" destOrd="0" presId="urn:microsoft.com/office/officeart/2018/5/layout/CenteredIconLabelDescriptionList"/>
    <dgm:cxn modelId="{C10D59DD-0D52-4682-AC9F-5873A75B6FEF}" type="presParOf" srcId="{1DA6F9F3-4A7F-42F9-8B77-7BD552F03105}" destId="{DD091D0A-5A25-4241-91F3-18D32B0BDD4F}" srcOrd="4" destOrd="0" presId="urn:microsoft.com/office/officeart/2018/5/layout/CenteredIconLabelDescriptionList"/>
    <dgm:cxn modelId="{0510082E-5DF2-42DD-AE6C-D1E60730D4E3}" type="presParOf" srcId="{071926C8-9E08-4BE0-A1E4-133B16FF713E}" destId="{2564C0D4-4875-421D-81DB-70BF6751BBA7}" srcOrd="1" destOrd="0" presId="urn:microsoft.com/office/officeart/2018/5/layout/CenteredIconLabelDescriptionList"/>
    <dgm:cxn modelId="{E144C32E-E72B-4991-B9EC-93820D68CFB5}" type="presParOf" srcId="{071926C8-9E08-4BE0-A1E4-133B16FF713E}" destId="{3076B9F9-EC92-4653-AC03-C71FD5E9A400}" srcOrd="2" destOrd="0" presId="urn:microsoft.com/office/officeart/2018/5/layout/CenteredIconLabelDescriptionList"/>
    <dgm:cxn modelId="{66AB50A5-3D6E-4CE8-9C00-3540BF3A682A}" type="presParOf" srcId="{3076B9F9-EC92-4653-AC03-C71FD5E9A400}" destId="{210823F6-AC1A-46E3-9D99-A319DF497539}" srcOrd="0" destOrd="0" presId="urn:microsoft.com/office/officeart/2018/5/layout/CenteredIconLabelDescriptionList"/>
    <dgm:cxn modelId="{BB0A9168-4CEF-4C37-AA4F-28A0F96C5AAE}" type="presParOf" srcId="{3076B9F9-EC92-4653-AC03-C71FD5E9A400}" destId="{2F262968-0DF4-4BB1-BD25-0ED2829FA45D}" srcOrd="1" destOrd="0" presId="urn:microsoft.com/office/officeart/2018/5/layout/CenteredIconLabelDescriptionList"/>
    <dgm:cxn modelId="{05D1054F-4CFA-4960-9C76-474461246A75}" type="presParOf" srcId="{3076B9F9-EC92-4653-AC03-C71FD5E9A400}" destId="{3C1752BD-6530-4141-80E9-9A0923780DCB}" srcOrd="2" destOrd="0" presId="urn:microsoft.com/office/officeart/2018/5/layout/CenteredIconLabelDescriptionList"/>
    <dgm:cxn modelId="{021DA957-19C0-48AF-82E6-5EF64E6E4350}" type="presParOf" srcId="{3076B9F9-EC92-4653-AC03-C71FD5E9A400}" destId="{C393D316-1AB7-4A24-B8A5-3485F2713F88}" srcOrd="3" destOrd="0" presId="urn:microsoft.com/office/officeart/2018/5/layout/CenteredIconLabelDescriptionList"/>
    <dgm:cxn modelId="{E4E1ED22-2207-49AD-89BF-A68B1DCF8B24}" type="presParOf" srcId="{3076B9F9-EC92-4653-AC03-C71FD5E9A400}" destId="{7CD40649-A74C-4AD8-B9D0-2573A1955C91}" srcOrd="4" destOrd="0" presId="urn:microsoft.com/office/officeart/2018/5/layout/CenteredIconLabelDescriptionList"/>
    <dgm:cxn modelId="{E12208AE-A278-4C0F-9A95-B2A9F1FA788C}" type="presParOf" srcId="{071926C8-9E08-4BE0-A1E4-133B16FF713E}" destId="{9A7327AD-D2A8-4CB1-B3E0-7543B1D84369}" srcOrd="3" destOrd="0" presId="urn:microsoft.com/office/officeart/2018/5/layout/CenteredIconLabelDescriptionList"/>
    <dgm:cxn modelId="{04AF0028-0607-4319-870D-38F76BAD13CF}" type="presParOf" srcId="{071926C8-9E08-4BE0-A1E4-133B16FF713E}" destId="{13BCBAD6-8F08-4029-90C7-8E8A0D0733DD}" srcOrd="4" destOrd="0" presId="urn:microsoft.com/office/officeart/2018/5/layout/CenteredIconLabelDescriptionList"/>
    <dgm:cxn modelId="{6A4CD51F-23AC-49BF-A6C9-263678EFDC1A}" type="presParOf" srcId="{13BCBAD6-8F08-4029-90C7-8E8A0D0733DD}" destId="{B0A3ABD2-C471-4A21-8AEF-3843C86919E1}" srcOrd="0" destOrd="0" presId="urn:microsoft.com/office/officeart/2018/5/layout/CenteredIconLabelDescriptionList"/>
    <dgm:cxn modelId="{09B630B3-6E33-4A75-A9D0-DB0F7EABE59A}" type="presParOf" srcId="{13BCBAD6-8F08-4029-90C7-8E8A0D0733DD}" destId="{C05B68FE-639F-4FA9-A205-D74CFD77C39F}" srcOrd="1" destOrd="0" presId="urn:microsoft.com/office/officeart/2018/5/layout/CenteredIconLabelDescriptionList"/>
    <dgm:cxn modelId="{54C79EE1-3818-4202-8586-5211607DA0B9}" type="presParOf" srcId="{13BCBAD6-8F08-4029-90C7-8E8A0D0733DD}" destId="{C4D97C04-1692-4931-9A64-809D862C1739}" srcOrd="2" destOrd="0" presId="urn:microsoft.com/office/officeart/2018/5/layout/CenteredIconLabelDescriptionList"/>
    <dgm:cxn modelId="{18E2766E-C663-4DEC-B900-6C8AE4D2800E}" type="presParOf" srcId="{13BCBAD6-8F08-4029-90C7-8E8A0D0733DD}" destId="{62A868A2-37A4-4832-B3F5-E1EA98BA3648}" srcOrd="3" destOrd="0" presId="urn:microsoft.com/office/officeart/2018/5/layout/CenteredIconLabelDescriptionList"/>
    <dgm:cxn modelId="{9E5F65AC-D550-43B1-ABB5-AF4466613C81}" type="presParOf" srcId="{13BCBAD6-8F08-4029-90C7-8E8A0D0733DD}" destId="{6418EBED-F111-425B-8EE2-06B8B2297A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2813A-2810-4A52-BE92-611D54918694}">
      <dsp:nvSpPr>
        <dsp:cNvPr id="0" name=""/>
        <dsp:cNvSpPr/>
      </dsp:nvSpPr>
      <dsp:spPr>
        <a:xfrm>
          <a:off x="1007868" y="510596"/>
          <a:ext cx="1080843" cy="108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7DA54-DCB6-45F4-890E-F7DCC5A4BE12}">
      <dsp:nvSpPr>
        <dsp:cNvPr id="0" name=""/>
        <dsp:cNvSpPr/>
      </dsp:nvSpPr>
      <dsp:spPr>
        <a:xfrm>
          <a:off x="4228" y="170726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 dirty="0"/>
            <a:t>JS </a:t>
          </a:r>
          <a:r>
            <a:rPr lang="ru-RU" sz="3000" kern="1200" dirty="0"/>
            <a:t>мова</a:t>
          </a:r>
          <a:endParaRPr lang="en-US" sz="3000" kern="1200" dirty="0"/>
        </a:p>
      </dsp:txBody>
      <dsp:txXfrm>
        <a:off x="4228" y="1707263"/>
        <a:ext cx="3088125" cy="463218"/>
      </dsp:txXfrm>
    </dsp:sp>
    <dsp:sp modelId="{DD091D0A-5A25-4241-91F3-18D32B0BDD4F}">
      <dsp:nvSpPr>
        <dsp:cNvPr id="0" name=""/>
        <dsp:cNvSpPr/>
      </dsp:nvSpPr>
      <dsp:spPr>
        <a:xfrm>
          <a:off x="4228" y="2224353"/>
          <a:ext cx="3088125" cy="9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Динам</a:t>
          </a:r>
          <a:r>
            <a:rPr lang="uk-UA" sz="1700" kern="1200" dirty="0"/>
            <a:t>ічно</a:t>
          </a:r>
          <a:r>
            <a:rPr lang="en-US" sz="1700" kern="1200" dirty="0"/>
            <a:t>,</a:t>
          </a:r>
          <a:r>
            <a:rPr lang="ru-RU" sz="1700" kern="1200" dirty="0"/>
            <a:t> слабо тип</a:t>
          </a:r>
          <a:r>
            <a:rPr lang="uk-UA" sz="1700" kern="1200" dirty="0"/>
            <a:t>ізована.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Мова, що інтерпретується.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Реєстрозалежна</a:t>
          </a:r>
          <a:endParaRPr lang="en-US" sz="1700" kern="1200" dirty="0"/>
        </a:p>
      </dsp:txBody>
      <dsp:txXfrm>
        <a:off x="4228" y="2224353"/>
        <a:ext cx="3088125" cy="979799"/>
      </dsp:txXfrm>
    </dsp:sp>
    <dsp:sp modelId="{210823F6-AC1A-46E3-9D99-A319DF497539}">
      <dsp:nvSpPr>
        <dsp:cNvPr id="0" name=""/>
        <dsp:cNvSpPr/>
      </dsp:nvSpPr>
      <dsp:spPr>
        <a:xfrm>
          <a:off x="4636415" y="510596"/>
          <a:ext cx="1080843" cy="108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752BD-6530-4141-80E9-9A0923780DCB}">
      <dsp:nvSpPr>
        <dsp:cNvPr id="0" name=""/>
        <dsp:cNvSpPr/>
      </dsp:nvSpPr>
      <dsp:spPr>
        <a:xfrm>
          <a:off x="3632774" y="170726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uk-UA" sz="3000" kern="1200" dirty="0"/>
            <a:t>Синтаксис</a:t>
          </a:r>
          <a:endParaRPr lang="en-US" sz="3000" kern="1200" dirty="0"/>
        </a:p>
      </dsp:txBody>
      <dsp:txXfrm>
        <a:off x="3632774" y="1707263"/>
        <a:ext cx="3088125" cy="463218"/>
      </dsp:txXfrm>
    </dsp:sp>
    <dsp:sp modelId="{7CD40649-A74C-4AD8-B9D0-2573A1955C91}">
      <dsp:nvSpPr>
        <dsp:cNvPr id="0" name=""/>
        <dsp:cNvSpPr/>
      </dsp:nvSpPr>
      <dsp:spPr>
        <a:xfrm>
          <a:off x="3632774" y="2224353"/>
          <a:ext cx="3088125" cy="9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С-подібний синтаксис</a:t>
          </a:r>
          <a:endParaRPr lang="en-US" sz="1700" kern="1200" dirty="0"/>
        </a:p>
      </dsp:txBody>
      <dsp:txXfrm>
        <a:off x="3632774" y="2224353"/>
        <a:ext cx="3088125" cy="979799"/>
      </dsp:txXfrm>
    </dsp:sp>
    <dsp:sp modelId="{B0A3ABD2-C471-4A21-8AEF-3843C86919E1}">
      <dsp:nvSpPr>
        <dsp:cNvPr id="0" name=""/>
        <dsp:cNvSpPr/>
      </dsp:nvSpPr>
      <dsp:spPr>
        <a:xfrm>
          <a:off x="8264962" y="510596"/>
          <a:ext cx="1080843" cy="108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97C04-1692-4931-9A64-809D862C1739}">
      <dsp:nvSpPr>
        <dsp:cNvPr id="0" name=""/>
        <dsp:cNvSpPr/>
      </dsp:nvSpPr>
      <dsp:spPr>
        <a:xfrm>
          <a:off x="7261321" y="170726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uk-UA" sz="3000" kern="1200" dirty="0"/>
            <a:t>Додатково</a:t>
          </a:r>
          <a:endParaRPr lang="en-US" sz="3000" kern="1200" dirty="0"/>
        </a:p>
      </dsp:txBody>
      <dsp:txXfrm>
        <a:off x="7261321" y="1707263"/>
        <a:ext cx="3088125" cy="463218"/>
      </dsp:txXfrm>
    </dsp:sp>
    <dsp:sp modelId="{6418EBED-F111-425B-8EE2-06B8B2297A68}">
      <dsp:nvSpPr>
        <dsp:cNvPr id="0" name=""/>
        <dsp:cNvSpPr/>
      </dsp:nvSpPr>
      <dsp:spPr>
        <a:xfrm>
          <a:off x="7261321" y="2224353"/>
          <a:ext cx="3088125" cy="9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Ваші висновки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…</a:t>
          </a:r>
          <a:endParaRPr lang="en-US" sz="1700" kern="1200" dirty="0"/>
        </a:p>
      </dsp:txBody>
      <dsp:txXfrm>
        <a:off x="7261321" y="2224353"/>
        <a:ext cx="3088125" cy="979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5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анорамная фотография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5" descr="Slate-V2-HD-panoPhotoInset.png"/>
          <p:cNvPicPr/>
          <p:nvPr/>
        </p:nvPicPr>
        <p:blipFill>
          <a:blip r:embed="rId3"/>
          <a:stretch/>
        </p:blipFill>
        <p:spPr>
          <a:xfrm>
            <a:off x="1013760" y="547920"/>
            <a:ext cx="10140840" cy="381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3680" y="4565160"/>
            <a:ext cx="10354320" cy="542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169280" y="695160"/>
            <a:ext cx="9844200" cy="3524760"/>
          </a:xfrm>
          <a:prstGeom prst="rect">
            <a:avLst/>
          </a:prstGeom>
          <a:noFill/>
          <a:ln w="0">
            <a:noFill/>
          </a:ln>
          <a:effectLst>
            <a:outerShdw dist="25417" dir="4463340" blurRad="38160" rotWithShape="0">
              <a:srgbClr val="000000">
                <a:alpha val="36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 Nova"/>
              </a:rPr>
              <a:t>Вставка рисунка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913680" y="5247720"/>
            <a:ext cx="10352520" cy="542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1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2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3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2B8B2B-7910-41DE-9E42-C4D7BB2736A0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3680" y="608400"/>
            <a:ext cx="10352520" cy="3533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3680" y="4295160"/>
            <a:ext cx="10352520" cy="1500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1A13FA-D58A-48E3-B389-C44D34D8D68B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1680" cy="29919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20800" y="3610080"/>
            <a:ext cx="8751240" cy="5317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913680" y="4304520"/>
            <a:ext cx="10352520" cy="14882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C78AED-042C-430C-AFC3-717702B7874E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Box 10"/>
          <p:cNvSpPr/>
          <p:nvPr/>
        </p:nvSpPr>
        <p:spPr>
          <a:xfrm>
            <a:off x="990720" y="8848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effectLst/>
                <a:uFillTx/>
                <a:latin typeface="Arial Nova"/>
              </a:rPr>
              <a:t>“</a:t>
            </a:r>
            <a:endParaRPr b="0" lang="ru-R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12"/>
          <p:cNvSpPr/>
          <p:nvPr/>
        </p:nvSpPr>
        <p:spPr>
          <a:xfrm>
            <a:off x="10504800" y="292824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effectLst/>
                <a:uFillTx/>
                <a:latin typeface="Arial Nova"/>
              </a:rPr>
              <a:t>”</a:t>
            </a:r>
            <a:endParaRPr b="0" lang="ru-R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3680" y="2126880"/>
            <a:ext cx="10352520" cy="25106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3680" y="4650480"/>
            <a:ext cx="10351080" cy="1139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124961-DFA1-447B-8F9A-0E4EC7C6714C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9694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13680" y="1886040"/>
            <a:ext cx="3299760" cy="763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2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913680" y="2768040"/>
            <a:ext cx="3299760" cy="3021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446720" y="1886040"/>
            <a:ext cx="3299760" cy="763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2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4441320" y="2768040"/>
            <a:ext cx="3299760" cy="3021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body"/>
          </p:nvPr>
        </p:nvSpPr>
        <p:spPr>
          <a:xfrm>
            <a:off x="7966440" y="1886040"/>
            <a:ext cx="3299760" cy="763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2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7"/>
          <p:cNvSpPr>
            <a:spLocks noGrp="1"/>
          </p:cNvSpPr>
          <p:nvPr>
            <p:ph type="body"/>
          </p:nvPr>
        </p:nvSpPr>
        <p:spPr>
          <a:xfrm>
            <a:off x="7966440" y="2768040"/>
            <a:ext cx="3299760" cy="3021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8"/>
          <p:cNvSpPr>
            <a:spLocks noGrp="1"/>
          </p:cNvSpPr>
          <p:nvPr>
            <p:ph type="dt" idx="13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9"/>
          <p:cNvSpPr>
            <a:spLocks noGrp="1"/>
          </p:cNvSpPr>
          <p:nvPr>
            <p:ph type="ftr" idx="14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10"/>
          <p:cNvSpPr>
            <a:spLocks noGrp="1"/>
          </p:cNvSpPr>
          <p:nvPr>
            <p:ph type="sldNum" idx="15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CA137A-BA0B-452D-A8FE-0A74FE31D42B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олбец с тремя рисункам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 descr="Slate-V2-HD-3colPhotoInset.png"/>
          <p:cNvPicPr/>
          <p:nvPr/>
        </p:nvPicPr>
        <p:blipFill>
          <a:blip r:embed="rId3"/>
          <a:stretch/>
        </p:blipFill>
        <p:spPr>
          <a:xfrm>
            <a:off x="897840" y="1818360"/>
            <a:ext cx="3339000" cy="184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35" descr="Slate-V2-HD-3colPhotoInset.png"/>
          <p:cNvPicPr/>
          <p:nvPr/>
        </p:nvPicPr>
        <p:blipFill>
          <a:blip r:embed="rId4"/>
          <a:stretch/>
        </p:blipFill>
        <p:spPr>
          <a:xfrm>
            <a:off x="4403880" y="1818360"/>
            <a:ext cx="3339000" cy="184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36" descr="Slate-V2-HD-3colPhotoInset.png"/>
          <p:cNvPicPr/>
          <p:nvPr/>
        </p:nvPicPr>
        <p:blipFill>
          <a:blip r:embed="rId5"/>
          <a:stretch/>
        </p:blipFill>
        <p:spPr>
          <a:xfrm>
            <a:off x="7936200" y="1818360"/>
            <a:ext cx="3339000" cy="184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9694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913680" y="3904200"/>
            <a:ext cx="3299760" cy="5752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1018080" y="1938960"/>
            <a:ext cx="3091320" cy="1602000"/>
          </a:xfrm>
          <a:prstGeom prst="rect">
            <a:avLst/>
          </a:prstGeom>
          <a:noFill/>
          <a:ln w="0">
            <a:noFill/>
          </a:ln>
          <a:effectLst>
            <a:outerShdw dist="25417" dir="4463340" blurRad="38160" rotWithShape="0">
              <a:srgbClr val="000000">
                <a:alpha val="36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Arial Nova"/>
              </a:rPr>
              <a:t>Вставка рисунка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913680" y="4572360"/>
            <a:ext cx="3299760" cy="1217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442760" y="3904200"/>
            <a:ext cx="3299760" cy="5752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4545720" y="1938960"/>
            <a:ext cx="3091320" cy="1607040"/>
          </a:xfrm>
          <a:prstGeom prst="rect">
            <a:avLst/>
          </a:prstGeom>
          <a:noFill/>
          <a:ln w="0">
            <a:noFill/>
          </a:ln>
          <a:effectLst>
            <a:outerShdw dist="25417" dir="4463340" blurRad="38160" rotWithShape="0">
              <a:srgbClr val="000000">
                <a:alpha val="36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Arial Nova"/>
              </a:rPr>
              <a:t>Вставка рисунка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4441320" y="4572360"/>
            <a:ext cx="3299760" cy="1217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body"/>
          </p:nvPr>
        </p:nvSpPr>
        <p:spPr>
          <a:xfrm>
            <a:off x="7966800" y="3904200"/>
            <a:ext cx="3299760" cy="5752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9"/>
          <p:cNvSpPr>
            <a:spLocks noGrp="1"/>
          </p:cNvSpPr>
          <p:nvPr>
            <p:ph type="body"/>
          </p:nvPr>
        </p:nvSpPr>
        <p:spPr>
          <a:xfrm>
            <a:off x="8075520" y="1934280"/>
            <a:ext cx="3091320" cy="1606320"/>
          </a:xfrm>
          <a:prstGeom prst="rect">
            <a:avLst/>
          </a:prstGeom>
          <a:noFill/>
          <a:ln w="0">
            <a:noFill/>
          </a:ln>
          <a:effectLst>
            <a:outerShdw dist="25417" dir="4463340" blurRad="38160" rotWithShape="0">
              <a:srgbClr val="000000">
                <a:alpha val="36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Arial Nova"/>
              </a:rPr>
              <a:t>Вставка рисунка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0"/>
          <p:cNvSpPr>
            <a:spLocks noGrp="1"/>
          </p:cNvSpPr>
          <p:nvPr>
            <p:ph type="body"/>
          </p:nvPr>
        </p:nvSpPr>
        <p:spPr>
          <a:xfrm>
            <a:off x="7966440" y="4572360"/>
            <a:ext cx="3299760" cy="1217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1"/>
          <p:cNvSpPr>
            <a:spLocks noGrp="1"/>
          </p:cNvSpPr>
          <p:nvPr>
            <p:ph type="dt" idx="16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12"/>
          <p:cNvSpPr>
            <a:spLocks noGrp="1"/>
          </p:cNvSpPr>
          <p:nvPr>
            <p:ph type="ftr" idx="17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13"/>
          <p:cNvSpPr>
            <a:spLocks noGrp="1"/>
          </p:cNvSpPr>
          <p:nvPr>
            <p:ph type="sldNum" idx="18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B8D9CF-C1C2-4BB6-B799-E6AE71FFCDA9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343080" indent="-30600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21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19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0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21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5AD8DE-8531-4265-904A-74AABE6A89DA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95280" y="1761120"/>
            <a:ext cx="9589320" cy="18277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295280" y="3763440"/>
            <a:ext cx="9589320" cy="13323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22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3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4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DCD1D1-5077-4AD5-ACA5-7198DB30B42F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607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913680" y="2076480"/>
            <a:ext cx="4855680" cy="36216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43080" indent="-30600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21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410880" y="2076480"/>
            <a:ext cx="4855680" cy="36216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43080" indent="-30600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21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5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6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7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3CA5A2-346E-4022-BA6E-7B4A70EE31A6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9" descr="Slate-V2-HD-compPhotoInset.png"/>
          <p:cNvPicPr/>
          <p:nvPr/>
        </p:nvPicPr>
        <p:blipFill>
          <a:blip r:embed="rId3"/>
          <a:stretch/>
        </p:blipFill>
        <p:spPr>
          <a:xfrm>
            <a:off x="913680" y="1734480"/>
            <a:ext cx="5028120" cy="409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Picture 20" descr="Slate-V2-HD-compPhotoInset.png"/>
          <p:cNvPicPr/>
          <p:nvPr/>
        </p:nvPicPr>
        <p:blipFill>
          <a:blip r:embed="rId4"/>
          <a:stretch/>
        </p:blipFill>
        <p:spPr>
          <a:xfrm>
            <a:off x="6238440" y="1734480"/>
            <a:ext cx="5028120" cy="409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9694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046160" y="1855080"/>
            <a:ext cx="4763520" cy="691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046160" y="2702160"/>
            <a:ext cx="4763520" cy="30423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43080" indent="-306000" defTabSz="457200">
              <a:lnSpc>
                <a:spcPct val="11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363000" y="1855080"/>
            <a:ext cx="4778640" cy="691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1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363000" y="2702160"/>
            <a:ext cx="4778640" cy="30423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43080" indent="-306000" defTabSz="457200">
              <a:lnSpc>
                <a:spcPct val="11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4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dt" idx="28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ftr" idx="29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8"/>
          <p:cNvSpPr>
            <a:spLocks noGrp="1"/>
          </p:cNvSpPr>
          <p:nvPr>
            <p:ph type="sldNum" idx="30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1E699E-FAC3-4DF8-A3BA-5659D7389295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dt" idx="31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32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33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AAF2E9-6F68-4E9C-AF4E-BBCE33D2762D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dt" idx="34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5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6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0D08D0-BE51-4FCB-AF67-D8D99E841E18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3705840" cy="18208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855680" y="609480"/>
            <a:ext cx="6410880" cy="50788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43080" indent="-30600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20000" indent="-27000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21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026000" indent="-21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86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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Четвертый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674000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cedbe6"/>
              </a:buClr>
              <a:buSzPct val="70000"/>
              <a:buFont typeface="Wingdings 2" charset="2"/>
              <a:buChar char=""/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913680" y="2673360"/>
            <a:ext cx="3705840" cy="30150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37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38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9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E9D763-7D1E-4BA4-A007-71C880E61820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21" descr="Slate-V2-HD-vertPhotoInset.png"/>
          <p:cNvPicPr/>
          <p:nvPr/>
        </p:nvPicPr>
        <p:blipFill>
          <a:blip r:embed="rId3"/>
          <a:stretch/>
        </p:blipFill>
        <p:spPr>
          <a:xfrm>
            <a:off x="7293600" y="609480"/>
            <a:ext cx="3583080" cy="52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3680" y="763560"/>
            <a:ext cx="5706720" cy="16743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442640" y="763560"/>
            <a:ext cx="3274560" cy="4911840"/>
          </a:xfrm>
          <a:prstGeom prst="rect">
            <a:avLst/>
          </a:prstGeom>
          <a:noFill/>
          <a:ln w="0">
            <a:noFill/>
          </a:ln>
          <a:effectLst>
            <a:outerShdw dist="25417" dir="4463340" blurRad="38160" rotWithShape="0">
              <a:srgbClr val="000000">
                <a:alpha val="36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Arial Nova"/>
              </a:rPr>
              <a:t>Вставка рисунка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1473840" y="2679840"/>
            <a:ext cx="4587120" cy="31345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Образец текста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40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41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42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5CF85D-3FF7-43AE-93B2-D7CB183895B8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370520" y="1769400"/>
            <a:ext cx="9438840" cy="18277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54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Образец заголовка</a:t>
            </a:r>
            <a:endParaRPr b="0" lang="ru-RU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43"/>
          </p:nvPr>
        </p:nvSpPr>
        <p:spPr>
          <a:xfrm>
            <a:off x="7678800" y="6000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44"/>
          </p:nvPr>
        </p:nvSpPr>
        <p:spPr>
          <a:xfrm>
            <a:off x="913680" y="6000840"/>
            <a:ext cx="6671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45"/>
          </p:nvPr>
        </p:nvSpPr>
        <p:spPr>
          <a:xfrm>
            <a:off x="10514160" y="6000840"/>
            <a:ext cx="752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FA713B-78F9-41E9-8583-B03E2FB922D2}" type="slidenum">
              <a:rPr b="0" lang="en-US" sz="11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 Nova"/>
              </a:rPr>
              <a:t>&lt;номер&gt;</a:t>
            </a:fld>
            <a:endParaRPr b="0" lang="ru-RU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Для правки структуры щёлкните мышью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Третий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Четвёртый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5" descr="A picture containing large, sitting, white, numbers"/>
          <p:cNvPicPr/>
          <p:nvPr/>
        </p:nvPicPr>
        <p:blipFill>
          <a:blip r:embed="rId2"/>
          <a:stretch/>
        </p:blipFill>
        <p:spPr>
          <a:xfrm>
            <a:off x="360" y="0"/>
            <a:ext cx="12190320" cy="6856920"/>
          </a:xfrm>
          <a:prstGeom prst="rect">
            <a:avLst/>
          </a:prstGeom>
          <a:noFill/>
          <a:ln w="0">
            <a:noFill/>
          </a:ln>
        </p:spPr>
      </p:pic>
      <p:sp useBgFill="1">
        <p:nvSpPr>
          <p:cNvPr id="103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133040" y="1384920"/>
            <a:ext cx="4030200" cy="4099320"/>
          </a:xfrm>
          <a:custGeom>
            <a:avLst/>
            <a:gdLst>
              <a:gd name="textAreaLeft" fmla="*/ 0 w 4030200"/>
              <a:gd name="textAreaRight" fmla="*/ 4031280 w 4030200"/>
              <a:gd name="textAreaTop" fmla="*/ 0 h 4099320"/>
              <a:gd name="textAreaBottom" fmla="*/ 4100400 h 4099320"/>
              <a:gd name="GluePoint1X" fmla="*/ 1577 w 1601"/>
              <a:gd name="GluePoint1Y" fmla="*/ 0 h 696"/>
              <a:gd name="GluePoint2X" fmla="*/ 833 w 1601"/>
              <a:gd name="GluePoint2Y" fmla="*/ 0 h 696"/>
              <a:gd name="GluePoint3X" fmla="*/ 768 w 1601"/>
              <a:gd name="GluePoint3Y" fmla="*/ 0 h 696"/>
              <a:gd name="GluePoint4X" fmla="*/ 24 w 1601"/>
              <a:gd name="GluePoint4Y" fmla="*/ 0 h 696"/>
              <a:gd name="GluePoint5X" fmla="*/ 0 w 1601"/>
              <a:gd name="GluePoint5Y" fmla="*/ 27 h 696"/>
              <a:gd name="GluePoint6X" fmla="*/ 0 w 1601"/>
              <a:gd name="GluePoint6Y" fmla="*/ 669 h 696"/>
              <a:gd name="GluePoint7X" fmla="*/ 24 w 1601"/>
              <a:gd name="GluePoint7Y" fmla="*/ 696 h 696"/>
              <a:gd name="GluePoint8X" fmla="*/ 768 w 1601"/>
              <a:gd name="GluePoint8Y" fmla="*/ 696 h 696"/>
              <a:gd name="GluePoint9X" fmla="*/ 833 w 1601"/>
              <a:gd name="GluePoint9Y" fmla="*/ 696 h 696"/>
              <a:gd name="GluePoint10X" fmla="*/ 1577 w 1601"/>
              <a:gd name="GluePoint10Y" fmla="*/ 696 h 696"/>
              <a:gd name="GluePoint11X" fmla="*/ 1601 w 1601"/>
              <a:gd name="GluePoint11Y" fmla="*/ 669 h 696"/>
              <a:gd name="GluePoint12X" fmla="*/ 1601 w 1601"/>
              <a:gd name="GluePoint12Y" fmla="*/ 27 h 696"/>
              <a:gd name="GluePoint13X" fmla="*/ 1577 w 1601"/>
              <a:gd name="GluePoint13Y" fmla="*/ 0 h 6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 w="0">
            <a:noFill/>
          </a:ln>
          <a:effectLst>
            <a:outerShdw algn="tl" blurRad="50760" dir="5400000" dist="38160" rotWithShape="0">
              <a:srgbClr val="000000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Nova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90080" y="1673640"/>
            <a:ext cx="3484080" cy="24195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Java Script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7390080" y="4158000"/>
            <a:ext cx="3484080" cy="10256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rgbClr val="5792ba"/>
                </a:solidFill>
                <a:effectLst/>
                <a:uFillTx/>
                <a:latin typeface="Arial Nova"/>
              </a:rPr>
              <a:t>Mocha, Live Script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Суворий режим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“use strict” –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треба писати цю 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інструкцію на початку кожного скріпта, якщо хочемо, щоб інтерпретатор нас більш ретельно контролював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Увага! Додавати цей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mode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треба спочатку кожного скр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іпта за необхідністю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Типи даних</a:t>
            </a:r>
            <a:r>
              <a:rPr b="0" lang="en-US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. Primitives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70000" lnSpcReduction="19999"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number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– 1.4 12 Infinity(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неск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інченість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), NaN (‘a’/10 –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некорректн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 арифметичні операції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string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– ‘Hello JS’,  “Bye”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– true, false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null null –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в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ідсутність значення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undefined undefined –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не визначен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 дані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symbol –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ун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ікальн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ий 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ідентіфікатор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bigint – 1n (Number.MAX_SAFE_INTEGER)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Типи даних</a:t>
            </a:r>
            <a:r>
              <a:rPr b="0" lang="en-US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. 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object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Оператор </a:t>
            </a:r>
            <a:r>
              <a:rPr b="0" lang="en-US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typeof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typeof 10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Баг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typeof null //object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Д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инамічна типізація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var count = 10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count = ‘10’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count = true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Тип визнача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ється під час виконання коду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Увага!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var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застар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іла конструкція оголошення змінних, але ії підтримують всі браузери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Д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инамічна типізація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count = 10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var count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С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пливання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var.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Код зчитується двічі, підготовчий етап та етап виконання скріпта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Створення зм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інних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Правильний шлях створювати змінні через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let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let count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let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не сплива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є!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rgbClr val="ffffff"/>
                </a:solidFill>
                <a:effectLst/>
                <a:uFillTx/>
                <a:latin typeface="Arial Nova Light"/>
              </a:rPr>
              <a:t>Область видимості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{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	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let count = 10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//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тут нема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 доступу до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count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Перев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ірте з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var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Слабка типизац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10+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’a’-true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Обчислю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 вирази, навіть коли там приймають участь рядочок та числа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10+10 = 20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10+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’10’=1010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Рисунок 4" descr=""/>
          <p:cNvPicPr/>
          <p:nvPr/>
        </p:nvPicPr>
        <p:blipFill>
          <a:blip r:embed="rId1"/>
          <a:stretch/>
        </p:blipFill>
        <p:spPr>
          <a:xfrm>
            <a:off x="7625880" y="3752640"/>
            <a:ext cx="2980080" cy="249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Слабая типизац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1==1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null==null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NaN==NaN //false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Показ пов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ідомлення</a:t>
            </a:r>
            <a:r>
              <a:rPr b="0" lang="en-US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 </a:t>
            </a: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екран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alert(‘Error’)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prompt(‘title’, ‘default value’) //ok – content, cancel – null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confirm(“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???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”) //true/false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Основн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 конструкціі с-подібні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If(){}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else if() {}</a:t>
            </a:r>
            <a:br>
              <a:rPr sz="2300"/>
            </a:b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else{}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switch(){case -: break; default:}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Оператори пор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івняння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&gt;, &lt;, &lt;=,&gt;=, </a:t>
            </a:r>
            <a:r>
              <a:rPr b="0" lang="en-US" sz="2300" strike="noStrike" u="none">
                <a:solidFill>
                  <a:schemeClr val="lt2"/>
                </a:solidFill>
                <a:effectLst/>
                <a:highlight>
                  <a:srgbClr val="ff0000"/>
                </a:highlight>
                <a:uFillTx/>
                <a:latin typeface="Arial Nova"/>
              </a:rPr>
              <a:t>==,!=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,===,!==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Приведення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  <a:ea typeface="Microsoft YaHei"/>
              </a:rPr>
              <a:t>Number(“78”) → 78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  <a:ea typeface="Microsoft YaHei"/>
              </a:rPr>
              <a:t>Number(‘    78   \n’) → 78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  <a:ea typeface="Microsoft YaHei"/>
              </a:rPr>
              <a:t>String(78) → “78” 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  <a:ea typeface="Microsoft YaHei"/>
              </a:rPr>
              <a:t>Boolean({}) → true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  <a:ea typeface="Microsoft YaHei"/>
              </a:rPr>
              <a:t>Boolean([]) → true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Приведення (все інше true)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85240" y="201960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lnSpcReduction="9999"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Boolean(false)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Boolean(0)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Boolean(-0)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Boolean(0n)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Boolean(“”)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Boolean(null)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Boolean(undefined)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Boolean(NaN)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Декларована функція (здатна спливати) function declaration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function bar()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{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Декларована функція (здатна спливати)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function bar()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{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	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//arguments[]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//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завжди функц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ія щось повертає, без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return - undefined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Function declaration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Піднімається (hoisting) — функцію можна викликати до її оголошення в коді.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Має ім’я, яке видно в області видимості, де вона оголошена.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algn="just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 JS arguments — це спеціальний об'єкт(псевдомасив), доступний всередині нестрілкових функцій, який містить усі передані аргументи, незалежно від того, чи були вони явно оголошені в сигнатурі функції.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algn="just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Доступний тільки в звичайних функціях, а не в стрілкових (=&gt;) функціях.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algn="just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Може бути корисним, якщо кількість аргументів невідома заздалегідь.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algn="just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lnSpcReduction="9999"/>
          </a:bodyPr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function showArguments() {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 for (let i = 0; i &lt; </a:t>
            </a:r>
            <a:r>
              <a:rPr b="1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arguments</a:t>
            </a: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.length; i++) {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   console.log(`Аргумент ${i}:`, </a:t>
            </a:r>
            <a:r>
              <a:rPr b="1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arguments</a:t>
            </a: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[i]);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 }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showArguments('Привіт', 42, true);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Функціональний вираз (function expression)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const greet = function(name) {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console.log("Привіт, " + name);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};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Функціональний вираз (function expression)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Не піднімається(no hoisting) — не можна викликати до оголошення.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400" strike="noStrike" u="none">
                <a:solidFill>
                  <a:schemeClr val="lt2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Може бути анонімною або іменованою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Функції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lnSpcReduction="9999"/>
          </a:bodyPr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Стрілкові функції (arrow functions) — це короткий синтаксис для оголошення функцій, введений у ES6 (ECMAScript 2015). 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const greet = (name) =&gt; {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console.log("Привіт, " + name);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}; 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Вони не мають arguments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this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this в JS — це ключове слово, яке посилається на контекст виконання функції. 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Його значення залежить від того, як викликається функція, а не де вона оголошена. 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this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92500" lnSpcReduction="19999"/>
          </a:bodyPr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arenR"/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console.log(this); // В браузері: window 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const user = {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name: "Alex",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greet() {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  console.log("Привіт, " + this.name);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}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};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user.greet(); // this → user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this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913680" y="180000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92500" lnSpcReduction="19999"/>
          </a:bodyPr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3)  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const user = {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name: "Alex",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greet: ()=&gt;{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  console.log("Привіт, " + this);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}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};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user.greet(); // this → window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 anchorCtr="1">
            <a:noAutofit/>
          </a:bodyPr>
          <a:p>
            <a:pPr marL="432000" indent="0" algn="ctr" defTabSz="4572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Замикання (closure)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432000"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Замикання (closure) — це потужна концепція в JavaScript, яка дозволяє функції "запам’ятовувати" змінні з області видимості, в якій вона була створена, навіть після того, як ця область завершила виконання. 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 anchorCtr="1">
            <a:noAutofit/>
          </a:bodyPr>
          <a:p>
            <a:pPr marL="432000" indent="0" algn="ctr" defTabSz="4572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Замикання (closure)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function outer() {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let count = 0;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return function inner() {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  count++;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  console.log(count);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  };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}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const counter = outer(); // outer виконується, повертає inner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counter(); // 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</a:rPr>
              <a:t>counter(); // 2 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 anchorCtr="1">
            <a:noAutofit/>
          </a:bodyPr>
          <a:p>
            <a:pPr marL="432000" indent="0" algn="ctr" defTabSz="4572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Лексичне оточення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Лексичне оточення (lexical environment) — це внутрішній механізм JavaScript, який визначає, які змінні доступні функції в момент її створення.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По суті ЦЕ прихований об’єкт, який є у будь-якого блока, скріпта або функції у JS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{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Змінні, оголошені всередині функції або блоку {}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Посилання на зовнішнє лексичне оточення (parent)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} 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 anchorCtr="1">
            <a:noAutofit/>
          </a:bodyPr>
          <a:p>
            <a:pPr marL="432000" indent="0" algn="ctr" defTabSz="4572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Лексичне оточення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1293840" y="1811520"/>
            <a:ext cx="9657720" cy="466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Перев</a:t>
            </a:r>
            <a:r>
              <a:rPr b="0" lang="uk-UA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ірка типів на рівні </a:t>
            </a:r>
            <a:r>
              <a:rPr b="0" lang="en-US" sz="4600" strike="noStrike" u="non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 Nova Light"/>
              </a:rPr>
              <a:t>vscode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// @ts-check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Ця перевірка тільки на рівні VS Code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92500" lnSpcReduction="9999"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1)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while(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умова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)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{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тіло циклу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 – цикл з предумовою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2) do {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тіло циклу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 while(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умова</a:t>
            </a: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); - цикл з постумовою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3) for(let i=0;i&lt;10;i++) - цикл за параметрами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{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	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тіло циклу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}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Цикли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/>
          </p:nvPr>
        </p:nvSpPr>
        <p:spPr>
          <a:xfrm>
            <a:off x="913680" y="2076480"/>
            <a:ext cx="10352520" cy="371376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rmAutofit fontScale="92500" lnSpcReduction="19999"/>
          </a:bodyPr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arr1 = []; // []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arr2 = [1,2,4]; //[1,2,4]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arr3 = [[2,3],[4,5]] //двовимірний масив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arr1.push(10); //[10]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arr2.pop(); // [1,2] -&gt; return 4 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arr2.shift(); //[2] -&gt; return 1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- видаля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 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перший елемент, та поверта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 його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7080" indent="0" defTabSz="457200">
              <a:lnSpc>
                <a:spcPct val="110000"/>
              </a:lnSpc>
              <a:spcBef>
                <a:spcPts val="45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arr2.unshift(3,6); // [3,6,2] //</a:t>
            </a:r>
            <a:r>
              <a:rPr b="0" lang="ru-RU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дода</a:t>
            </a:r>
            <a:r>
              <a:rPr b="0" lang="uk-UA" sz="2300" strike="noStrike" u="none">
                <a:solidFill>
                  <a:schemeClr val="lt2"/>
                </a:solidFill>
                <a:effectLst/>
                <a:uFillTx/>
                <a:latin typeface="Arial Nova"/>
              </a:rPr>
              <a:t>є елементи у початок масиву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Масиви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520" cy="1256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uk-UA" sz="4600" strike="noStrike" u="none">
                <a:solidFill>
                  <a:schemeClr val="lt2"/>
                </a:solidFill>
                <a:effectLst/>
                <a:uFillTx/>
                <a:latin typeface="Arial Nova Light"/>
              </a:rPr>
              <a:t>Висновки</a:t>
            </a:r>
            <a:endParaRPr b="0" lang="ru-RU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292058648"/>
              </p:ext>
            </p:extLst>
          </p:nvPr>
        </p:nvGraphicFramePr>
        <p:xfrm>
          <a:off x="914400" y="2076480"/>
          <a:ext cx="10352520" cy="3713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lateVTI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 pitchFamily="0" charset="1"/>
        <a:ea typeface=""/>
        <a:cs typeface=""/>
      </a:majorFont>
      <a:minorFont>
        <a:latin typeface="Arial Nov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{A0DC6384-F45B-4757-942E-6DA6725405A0}tf11665031_win32</Template>
  <TotalTime>443</TotalTime>
  <Application>LibreOffice/25.2.7.2$Windows_X86_64 LibreOffice_project/5cbfd1ab6520636bb5f7b99185aa69bd7456825d</Application>
  <AppVersion>15.0000</AppVersion>
  <Words>529</Words>
  <Paragraphs>125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2023-12-10T13:06:36Z</dcterms:created>
  <dc:creator>Бабенко Наталья</dc:creator>
  <dc:description/>
  <dc:language>ru-RU</dc:language>
  <cp:lastModifiedBy/>
  <dcterms:modified xsi:type="dcterms:W3CDTF">2026-02-14T13:59:46Z</dcterms:modified>
  <cp:revision>120</cp:revision>
  <dc:subject/>
  <dc:title>Java Script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PresentationFormat">
    <vt:lpwstr>Широкоэкранный</vt:lpwstr>
  </property>
  <property fmtid="{D5CDD505-2E9C-101B-9397-08002B2CF9AE}" pid="4" name="Slides">
    <vt:i4>21</vt:i4>
  </property>
</Properties>
</file>